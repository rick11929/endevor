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Code + IaC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Testing Kick-off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+ IDE Focus  |  Internal Network Constraints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AppSec Team  |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Why we are running this pilot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Scope &amp; current limitations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we ask you to do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Timeline (5 weeks)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Success criteria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How we will support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Q&amp;A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Pilot Kick-off  |  Confidential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Pilot?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Experience First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modern SAST focused on real developer workflow (CLI + IDE)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AI-era Context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how Snyk handles AI-generated code and modern application risks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Decision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real feedback from ~40 developers before larger investment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Constraint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set up Broker quickly → SCM integration testing is not possible yet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Pilot Kick-off  |  Confidential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of This Pilot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0FDF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Snyk Code (SAST)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Snyk IaC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 scanning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 plugins (VS Code, IntelliJ…)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 project testing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Developer feedback collection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(for now)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SCM / PR Integration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CI/CD pipeline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Snyk Broker service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Container scanning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SCA testing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474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policy enforcement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Pilot Kick-off  |  Confidential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Ask You To Do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estimated effort: 1–2 hours across the pilot period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Install Snyk CLI + authenticate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Install IDE plugin for your main editor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Run snyk code test on at least one real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Run snyk iac test (if you work with Terraform / K8s)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Use IDE real-time scanning while coding (30–60 min)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Try at least one Fix / Agent Fix suggestion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Submit mid-term feedback (Week 2) and final questionnaire (Week 4)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Pilot Kick-off  |  Confidential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(5 Weeks)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E0F2F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Kick-off + Installation + First scan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06040" y="13716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269748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testing on real projects + Mid-term feedback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9204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usage + Final questionnaire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13716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1645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40880" y="228600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Analysis, report &amp; recommendation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Pilot Kick-off  |  Confidential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Define Success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241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70% participation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28 of 40 complete the full cycle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928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experience scores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ease ≥ 7.5 / 10, low interference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614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findings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60% of developers find results useful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301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willingness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55% willing to continue daily use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Pilot Kick-off  |  Confidential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Will Support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155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Channel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/ Slack channel for questions and sharing findings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842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Office Hours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30–45 min drop-in session every week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529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Champions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champions covering major tech stacks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2160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Guide + FAQ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docs provided after this meeting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Pilot Kick-off  |  Confidential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Code analysis currently happens in Snyk Cloud. Please confirm any compliance requirements with your team.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Prefer scanning real work projects. Sample projects will also be provided if needed.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Honest feedback (positive and negative) is extremely valuable for the decision.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If you hit network or authentication issues, report them immediately in the support channel.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Pilot Kick-off  |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Immediate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618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support channel today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848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CLI + IDE plugin this week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0779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first scan before end of Week 1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307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3736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the mid-term survey link in Week 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Snyk Pilot Kick-off  |  Confidential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concerns, or suggestions are all welcome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forward to your feedback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AppSec Team  |  Support Channel: [Your Channel Name]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Snyk Code + IaC Pilot Testing Kick-off</dc:title>
  <dc:subject>PptxGenJS Presentation</dc:subject>
  <dc:creator>AppSec Team</dc:creator>
  <cp:lastModifiedBy>AppSec Team</cp:lastModifiedBy>
  <cp:revision>1</cp:revision>
  <dcterms:created xsi:type="dcterms:W3CDTF">2026-07-24T09:50:14Z</dcterms:created>
  <dcterms:modified xsi:type="dcterms:W3CDTF">2026-07-24T09:50:14Z</dcterms:modified>
</cp:coreProperties>
</file>